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AccountFlow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Post-call OS: transcript + HubSpot + SOW -&gt; Scope Verifier -&gt; approve -&gt; Gmail / CRM / Jira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Live: accountflow-web.vercel.app  |  API: accountflow-api.vercel.app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Problem &amp;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Alex (AE/PM): 8-12 client calls/week, 30-40 min admin each.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Measured means (BASELINE.md): Manual 38 min | ChatGPT 22 min | still copy-paste, missed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Architecture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Ingest: record/upload + STT, HubSpot deal, SOW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Verify: Scope flags (IN/OUT/TIMELINE/BUDGET) + hallucination grader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Approve: human required — no auto-send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Execute: Gmail, HubSpot write, Jira create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Stack: LangGraph + FastAPI + Next.js + Turso (prod) on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Live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1. New Run — select/create HubSpot deal + paste demo transcript/SOW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2. Scope Verifier flags out-of-scope / timeline issues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3. Approval Inbox — edit CRM stage dropdowns, email, tasks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4. Execute — nothing runs until Approve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Fixtures: samples/demo/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Automated suite: 12/12 PASS (eval/run_eval.py)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Failures fixed: TC-06 hallucinated deadline, TC-05 owner ambiguity, TC-09 Gmail retries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Not measured in v1: per-call $, production P95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Primary metric (mean): 38 min -&gt; 6 min (mock path)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Target &lt;8 min — met on baseline transcripts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CRM quality 4.5/5 | Scope caught on planted cases | Human approve ~1 min overhead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Calibri"/>
              </a:defRPr>
            </a:pPr>
            <a:r>
              <a:t>Limitation &amp; next 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Limitation: Scope Verifier tracks SOW quality; human gate stays.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Week 1: 5 live proxy calls, cost logging, tune false positives</a:t>
            </a:r>
          </a:p>
          <a:p>
            <a:pPr>
              <a:spcAft>
                <a:spcPts val="1000"/>
              </a:spcAft>
              <a:defRPr sz="1800">
                <a:solidFill>
                  <a:srgbClr val="1A2A33"/>
                </a:solidFill>
                <a:latin typeface="Calibri"/>
              </a:defRPr>
            </a:pPr>
            <a:r>
              <a:t>Week 2: optional recording ingest / Slack notify, commitment tracker, HubSpot OAuth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